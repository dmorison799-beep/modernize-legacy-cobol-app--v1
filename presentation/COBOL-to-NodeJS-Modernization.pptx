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COBOL to Node.js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Modernization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7FAFC"/>
                </a:solidFill>
              </a:rPr>
              <a:t>Legacy Account Management System Migration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E86AB"/>
                </a:solidFill>
              </a:rPr>
              <a:t>Powered by Devin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3748"/>
                </a:solidFill>
              </a:rPr>
              <a:t>1. Legacy System Overview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3748"/>
                </a:solidFill>
              </a:rPr>
              <a:t>2. Modernization Goals &amp; Drivers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3748"/>
                </a:solidFill>
              </a:rPr>
              <a:t>3. Architecture Comparison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3748"/>
                </a:solidFill>
              </a:rPr>
              <a:t>4. Code Mapping (COBOL → JavaScript)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3748"/>
                </a:solidFill>
              </a:rPr>
              <a:t>5. Node.js Application Structure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3748"/>
                </a:solidFill>
              </a:rPr>
              <a:t>6. Testing Strategy &amp; Results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3748"/>
                </a:solidFill>
              </a:rPr>
              <a:t>7. Deployment Architecture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3748"/>
                </a:solidFill>
              </a:rPr>
              <a:t>8. Deployment Process &amp; Scripts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3748"/>
                </a:solidFill>
              </a:rPr>
              <a:t>9. Migration Verification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D3748"/>
                </a:solidFill>
              </a:rPr>
              <a:t>10. Benefits &amp; Future Enhancements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Legacy System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</a:rPr>
              <a:t>COBOL Account Management System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MainProgram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main.cob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User interface &amp; menu loop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operations.cob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Credit, debit, view balance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DataProgram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data.cob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Balance read/write storage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Key Characteristics: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40233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• Fixed-point decimal (PIC 9(6)V99) for financial precision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• CALL/GOBACK subprogram architecture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• Sequential DISPLAY/ACCEPT for I/O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• Initial balance: 1000.00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Modernization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</a:rPr>
              <a:t>✓ Maintainability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74720" y="1188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Modern language with vast ecosystem and developer talent pool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</a:rPr>
              <a:t>✓ Testability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7472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Unit and integration tests with automated coverage reporting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</a:rPr>
              <a:t>✓ Deployability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743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Containerized deployment with Docker, CI/CD ready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</a:rPr>
              <a:t>✓ Extensibility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3520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Class-based design enabling REST API, database, auth additions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</a:rPr>
              <a:t>✓ Behavioral Parity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4297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Exact same business logic - validated against TESTPLAN.md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Architecture Comparison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3840480" cy="3657600"/>
          </a:xfrm>
          <a:prstGeom prst="roundRect">
            <a:avLst>
              <a:gd name="adj" fmla="val 1250"/>
            </a:avLst>
          </a:prstGeom>
          <a:solidFill>
            <a:srgbClr val="FFF3E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COBOL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main.cob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(MainProgram)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↓ CALL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operations.cob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(Operations)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↓ CALL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data.cob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(DataProgram)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8A745"/>
                </a:solidFill>
              </a:rPr>
              <a:t>→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3840480" cy="3657600"/>
          </a:xfrm>
          <a:prstGeom prst="roundRect">
            <a:avLst>
              <a:gd name="adj" fmla="val 1250"/>
            </a:avLst>
          </a:prstGeom>
          <a:solidFill>
            <a:srgbClr val="E8F5E9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A745"/>
                </a:solidFill>
              </a:rPr>
              <a:t>Node.js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18288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main.js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(AccountApp class)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↓ method call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operations.js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(Operations class)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↓ method call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data.js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</a:rPr>
              <a:t>(DataStore class)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</a:rPr>
              <a:t>Code Mapping: COBOL → JavaScript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6576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COBOL Construct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Node.js Equivalent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PIC 9(6)V99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number + toFixed(2)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64-bit float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PERFORM UNTIL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while (flag)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Loop control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EVALUATE/WHEN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switch/case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Menu routing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CALL ... USING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class.method()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 pattern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DISPLAY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output.write()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Stream-based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ACCEPT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readline.question()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Async I/O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WORKING-STORAGE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constructor()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Instance state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GOBACK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return { ... }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Result objects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Node.js Application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3931920"/>
          </a:xfrm>
          <a:prstGeom prst="roundRect">
            <a:avLst>
              <a:gd name="adj" fmla="val 1163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node-app/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main.js          # AccountApp class (CLI loop)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operations.js    # Operations class (business logic)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data.js          # DataStore class (persistence)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unit/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data.test.js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operations.test.js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integration/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accounting.test.js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package.json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.eslintrc.json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Design Principles: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0" y="16459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• Dependency injection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• Single responsibility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• Testable modules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• No external runtime deps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• Stream-based I/O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• Async/await patterns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Testing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86AB"/>
                </a:solidFill>
              </a:rPr>
              <a:t>Framework: Jest | Coverage: 85%+ | Test Cases: 31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8595360" cy="329184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TC-1.1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View current balance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✓ PASS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TC-2.1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Credit with valid amount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✓ PASS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TC-2.2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Credit with zero amount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✓ PASS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TC-3.1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Debit with valid amount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✓ PASS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TC-3.2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Debit exceeding balance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✓ PASS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TC-3.3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Debit with zero amount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✓ PASS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TC-4.1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Exit application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Integration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✓ PASS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Test Results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137160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A745"/>
                </a:solidFill>
              </a:rPr>
              <a:t>3 passed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Test Suites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188720"/>
            <a:ext cx="2011680" cy="137160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A745"/>
                </a:solidFill>
              </a:rPr>
              <a:t>31 passed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5176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Total Tests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2011680" cy="137160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85%+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Coverage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1188720"/>
            <a:ext cx="2011680" cy="137160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254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&lt; 1 second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Time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Statements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Branches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Lines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data.js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operations.js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main.js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77%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44%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77%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Deployment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657600"/>
          </a:xfrm>
          <a:prstGeom prst="roundRect">
            <a:avLst>
              <a:gd name="adj" fmla="val 1667"/>
            </a:avLst>
          </a:prstGeom>
          <a:solidFill>
            <a:srgbClr val="F7FAFC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</a:rPr>
              <a:t>Docker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Multi-stage build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Alpine-based image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Non-root user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Health checks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Restart policies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743200" cy="3657600"/>
          </a:xfrm>
          <a:prstGeom prst="roundRect">
            <a:avLst>
              <a:gd name="adj" fmla="val 1667"/>
            </a:avLst>
          </a:prstGeom>
          <a:solidFill>
            <a:srgbClr val="F7FAFC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</a:rPr>
              <a:t>PM2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0" y="182880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Process management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Auto-restart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Log rotation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Memory limits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Cluster mode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743200" cy="3657600"/>
          </a:xfrm>
          <a:prstGeom prst="roundRect">
            <a:avLst>
              <a:gd name="adj" fmla="val 1667"/>
            </a:avLst>
          </a:prstGeom>
          <a:solidFill>
            <a:srgbClr val="F7FAFC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65D"/>
                </a:solidFill>
              </a:rPr>
              <a:t>AWS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182880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ECS/Fargate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Elastic Beanstalk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EC2 with PM2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ECR registry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748"/>
                </a:solidFill>
              </a:rPr>
              <a:t>Auto-scaling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Deployment Process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86AB"/>
                </a:solidFill>
              </a:rPr>
              <a:t>deploy.sh - Automated Deployment Script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B365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</a:rPr>
              <a:t>Build Image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Multi-stage Docker build with version tagging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1B365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</a:rPr>
              <a:t>Push Registry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Optional push to ECR/DockerHub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1B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</a:rPr>
              <a:t>Stop Previous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Preserve old container for rollback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1B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</a:rPr>
              <a:t>Start New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0" y="3474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Launch with restart policies and env vars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1B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</a:rPr>
              <a:t>Health Check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0" y="4114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Verify container running (5 retries)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1B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754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</a:rPr>
              <a:t>Cleanup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57600" y="4754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Remove backup or auto-rollback on failure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Migration Verification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86AB"/>
                </a:solidFill>
              </a:rPr>
              <a:t>All COBOL behaviors preserved and validated via TESTPLAN.md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8595360" cy="329184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COBOL Behavior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Node.js Implementation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Initial balance 1000.00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DataStore(1000.00)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View displays balance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viewBalance() returns formatted string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Credit adds to balance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credit() updates DataStore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Debit subtracts from balance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debit() with sufficient funds check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Insufficient funds rejection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Returns success:false with message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Menu-driven CLI interface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readline with async/await loop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Exit terminates program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running=false, rl.close()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Key Benefits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097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Performance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0" y="10972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Non-blocking I/O, V8 JIT compilation, sub-second test execution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Maintainability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7830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Modern JS syntax, class-based design, rich tooling ecosystem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Testability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24688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31 automated tests, 85%+ coverage, CI/CD ready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3154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Deployability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31546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Docker containers, PM2, cloud-native, one-command deploy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Talent Pool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38404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Millions of JavaScript developers vs. declining COBOL expertise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4526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Extensibility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00400" y="45262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Easy to add REST API, database, authentication, microservices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65D"/>
                </a:solidFill>
              </a:rPr>
              <a:t>Future Enhancements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256032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Enhancement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Effort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Phase 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REST API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Express.js HTTP layer for web/mobile access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Phase 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Database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PostgreSQL/MongoDB replacing in-memory store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Phase 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Authentication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JWT tokens, user accounts, role-based access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Phase 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Transaction History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Audit log with timestamps for all operations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Phase 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Multi-Currency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Support multiple account currencies with exchange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Recommended Roadmap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86AB"/>
                </a:solidFill>
              </a:rPr>
              <a:t>REST API → Database → Auth → History → Multi-Currency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Questions &amp; Discussion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7FAFC"/>
                </a:solidFill>
              </a:rPr>
              <a:t>Thank you for attending!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7FAFC"/>
                </a:solidFill>
              </a:rPr>
              <a:t>Resources: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7FAFC"/>
                </a:solidFill>
              </a:rPr>
              <a:t>• docs/README.md - Quick start guide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7FAFC"/>
                </a:solidFill>
              </a:rPr>
              <a:t>• docs/API.md - Full API reference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7FAFC"/>
                </a:solidFill>
              </a:rPr>
              <a:t>• docs/DEPLOYMENT.md - Deployment guide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7FAFC"/>
                </a:solidFill>
              </a:rPr>
              <a:t>• TESTPLAN.md - Test cases &amp; validation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COBOL to Node.js Modernization</dc:title>
  <dc:subject>Legacy System Migration</dc:subject>
  <dc:creator>Devin AI</dc:creator>
  <cp:lastModifiedBy>Devin AI</cp:lastModifiedBy>
  <cp:revision>1</cp:revision>
  <dcterms:created xsi:type="dcterms:W3CDTF">2026-06-24T05:29:08Z</dcterms:created>
  <dcterms:modified xsi:type="dcterms:W3CDTF">2026-06-24T05:29:08Z</dcterms:modified>
</cp:coreProperties>
</file>